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5D905-B266-4F1F-A6F6-6BC5D7A7F4ED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763B4E-B4E6-4EE8-8177-1EA5E4247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67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63B4E-B4E6-4EE8-8177-1EA5E42472A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074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3BF29-0334-B7BE-155C-085AC3B7D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80624-0D5C-B880-4890-793B25645E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A04D4-6D33-21A1-92F3-4272B1717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70A01-18FA-466B-93F8-595123F1E1E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57694-CE58-03AA-8F83-DB002F68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E90F9-96FD-1400-1FC9-7EA7B8A8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4DB0-63A3-4D28-BC3F-9011D9783A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727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3FAC8-5B7F-F1E9-01F2-3F49FE60D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91B50-3B2D-EFFA-18B2-A3E5E514E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49333-73B0-0041-6D23-BD75DB88C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70A01-18FA-466B-93F8-595123F1E1E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8EC5E-EA32-B8ED-1498-D7C98D171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72FFE-1198-9FF7-206A-47868D5E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4DB0-63A3-4D28-BC3F-9011D9783A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030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DECD4-BC0B-2C14-1497-0618F99E9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6C724-A789-A6DE-1375-AD3BEB39F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EDC68-0782-9C06-D6BA-E95B408FF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70A01-18FA-466B-93F8-595123F1E1E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134DA-9B69-CE6C-A563-45A82AC00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8518C-3B44-0D36-67B0-6807ED4BF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4DB0-63A3-4D28-BC3F-9011D9783A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95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34A38-2357-2F5D-1A4B-1D0C1CEE2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BB0C5-AB3D-9AE2-649D-7D12001C6F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A9E7DE-BCE0-26DC-7DC0-1631B5D3C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4FC72-FB4E-DBA7-665E-5F6B43AA9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70A01-18FA-466B-93F8-595123F1E1E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79E58-36F6-FE4D-63B7-2CC9B47FE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F004D-64A8-B029-2E9A-AD1CBF4C7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4DB0-63A3-4D28-BC3F-9011D9783A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322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AC9E1-4DEF-D1F2-0A34-9D12C72F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4D6BA-ABE2-B26A-E3C8-762A9DE68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5DDBA-2686-F644-2960-8BB5ABDA2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4547EB-7CA9-AB90-128B-3AA29C0D14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9BCD4-187C-9615-D021-0FD56F9C1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3A0096-5B5E-DBFE-BF40-07FB9BE6F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70A01-18FA-466B-93F8-595123F1E1E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7B5EF1-2D3B-DD7E-721A-24F77B46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5218B6-228F-E4F1-BC60-E51C0D68A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4DB0-63A3-4D28-BC3F-9011D9783A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4080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06EB-B48D-8921-39BC-CB480A0EA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FE1EE5-0ECC-286D-5F45-7F36A768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70A01-18FA-466B-93F8-595123F1E1E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11E185-55FA-02EB-0797-0A41BBAEE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2A729-E776-28CF-D188-EB90A9B76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4DB0-63A3-4D28-BC3F-9011D9783A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8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29AE4-F750-F051-A4D2-58C1383D7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70A01-18FA-466B-93F8-595123F1E1E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A10ED-D2FD-E263-48BA-1358336CC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658E9-DF71-CAD0-A82A-F1F7979B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4DB0-63A3-4D28-BC3F-9011D9783A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3599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D22B6-3B1D-F0C2-982C-D1CD54C93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76F71-8B89-F00D-5E51-1C9D72563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4286F-5838-551D-C7F8-A370B74E2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FBEBB-D585-96F6-A980-7819199AC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70A01-18FA-466B-93F8-595123F1E1E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6D4A0-6177-EFE2-2889-3A38319E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9F77B-2E52-EC10-0342-1B12B6D6C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4DB0-63A3-4D28-BC3F-9011D9783A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13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0FA8-2219-75C8-E220-3F229DF9A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6EEA64-571D-0829-D8E2-7E46011287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DD35F-4B8C-D830-99CE-0C5772493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A1DA4-E531-972A-F34A-7E9359080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70A01-18FA-466B-93F8-595123F1E1E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E89FF-1D9C-2BA4-3CA9-ECFA967D9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AD9C8-D115-B4BF-3073-D5F4B94D6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4DB0-63A3-4D28-BC3F-9011D9783A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241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CEE25-A3FE-EC9C-0E98-23BFA0EE4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8FD1F-8677-2448-2BB1-A7DB32493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DA17C-21D2-EE94-FCB8-97E1983C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70A01-18FA-466B-93F8-595123F1E1E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B768C-8C4A-0628-AFF6-74C5BD5A9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FDA3C-A7F6-80D0-691F-A11C47334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4DB0-63A3-4D28-BC3F-9011D9783A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437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296103-B8F5-B1CB-4A51-2EF5B1880C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8DC60-54BD-B4FB-40D7-B275EEA46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1A43C-ECD4-A2AA-C32C-02B7CC9B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70A01-18FA-466B-93F8-595123F1E1E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07DF3-8BCF-FF06-635E-C98AD5DDA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F27A8-0A44-7AD0-C766-72727B557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4DB0-63A3-4D28-BC3F-9011D9783A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69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98CF2C-4B6A-6D3D-6041-2D6062F16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DDEEF-2F24-7539-EE75-08CA46FC6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07585-0327-7165-7486-1BC100393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70A01-18FA-466B-93F8-595123F1E1EA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07D5C-EF83-B68E-1610-4D6C305B7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E9690-F5EF-8363-8553-9B71696F07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A4DB0-63A3-4D28-BC3F-9011D9783A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48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E6545E-6C0A-7E37-C90F-5C40229A8CC4}"/>
              </a:ext>
            </a:extLst>
          </p:cNvPr>
          <p:cNvSpPr/>
          <p:nvPr/>
        </p:nvSpPr>
        <p:spPr>
          <a:xfrm>
            <a:off x="4974980" y="430823"/>
            <a:ext cx="2242039" cy="7913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Menu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5912BA-6DAE-35A9-1D1F-FFE73FC792F4}"/>
              </a:ext>
            </a:extLst>
          </p:cNvPr>
          <p:cNvSpPr/>
          <p:nvPr/>
        </p:nvSpPr>
        <p:spPr>
          <a:xfrm>
            <a:off x="9666409" y="826477"/>
            <a:ext cx="1800498" cy="6252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Quit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F8F3A1-7F33-AD00-8B54-65D732DF1B5E}"/>
              </a:ext>
            </a:extLst>
          </p:cNvPr>
          <p:cNvSpPr/>
          <p:nvPr/>
        </p:nvSpPr>
        <p:spPr>
          <a:xfrm>
            <a:off x="8715163" y="1767254"/>
            <a:ext cx="2242039" cy="7913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Export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E13E24-BE3C-BCC6-6651-9E7E229554A5}"/>
              </a:ext>
            </a:extLst>
          </p:cNvPr>
          <p:cNvSpPr/>
          <p:nvPr/>
        </p:nvSpPr>
        <p:spPr>
          <a:xfrm>
            <a:off x="6032073" y="1767254"/>
            <a:ext cx="2242039" cy="7913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Run Model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EA3629-CBF5-3B91-595F-AFEBCAEC12E9}"/>
              </a:ext>
            </a:extLst>
          </p:cNvPr>
          <p:cNvSpPr/>
          <p:nvPr/>
        </p:nvSpPr>
        <p:spPr>
          <a:xfrm>
            <a:off x="2647197" y="1056040"/>
            <a:ext cx="2242039" cy="7913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Display Generation 0 values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97334B-0D1D-6920-396E-268647B51B70}"/>
              </a:ext>
            </a:extLst>
          </p:cNvPr>
          <p:cNvSpPr/>
          <p:nvPr/>
        </p:nvSpPr>
        <p:spPr>
          <a:xfrm>
            <a:off x="255547" y="572098"/>
            <a:ext cx="2242039" cy="7913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Set Generation 0 values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3986E75-E20B-9FE1-4477-91E177BAC7C1}"/>
              </a:ext>
            </a:extLst>
          </p:cNvPr>
          <p:cNvCxnSpPr>
            <a:stCxn id="4" idx="2"/>
            <a:endCxn id="11" idx="0"/>
          </p:cNvCxnSpPr>
          <p:nvPr/>
        </p:nvCxnSpPr>
        <p:spPr>
          <a:xfrm>
            <a:off x="6096000" y="1222131"/>
            <a:ext cx="1057093" cy="5451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03E84B-B328-9CD5-2B18-9D998B777E2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217019" y="1222131"/>
            <a:ext cx="2619164" cy="5451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275B239-1E8E-9B7F-B119-3021FE298F97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7217019" y="826477"/>
            <a:ext cx="33496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7CD0C5B-D76B-F953-DA1B-BA7249FE792E}"/>
              </a:ext>
            </a:extLst>
          </p:cNvPr>
          <p:cNvCxnSpPr>
            <a:cxnSpLocks/>
            <a:endCxn id="13" idx="0"/>
          </p:cNvCxnSpPr>
          <p:nvPr/>
        </p:nvCxnSpPr>
        <p:spPr>
          <a:xfrm flipH="1" flipV="1">
            <a:off x="3768217" y="1056040"/>
            <a:ext cx="1206762" cy="1660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44558F-012B-C89D-65D6-85ADDF046808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1440493" y="571389"/>
            <a:ext cx="3534487" cy="2550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FCEFEB4-6835-A39C-5DB9-AC1F751D08AC}"/>
              </a:ext>
            </a:extLst>
          </p:cNvPr>
          <p:cNvSpPr/>
          <p:nvPr/>
        </p:nvSpPr>
        <p:spPr>
          <a:xfrm>
            <a:off x="417019" y="4869242"/>
            <a:ext cx="1965543" cy="7660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Number of new generations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05F8DE-9B2A-1D3B-ADC5-685A576698E7}"/>
              </a:ext>
            </a:extLst>
          </p:cNvPr>
          <p:cNvSpPr/>
          <p:nvPr/>
        </p:nvSpPr>
        <p:spPr>
          <a:xfrm>
            <a:off x="405406" y="3798910"/>
            <a:ext cx="1965543" cy="7776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Birth rate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3FE9FF6-0537-8C41-44CD-87C1D401F0BF}"/>
              </a:ext>
            </a:extLst>
          </p:cNvPr>
          <p:cNvSpPr/>
          <p:nvPr/>
        </p:nvSpPr>
        <p:spPr>
          <a:xfrm>
            <a:off x="417019" y="2708763"/>
            <a:ext cx="1965543" cy="7737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Survival rates of J, A + 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8A2589-05E1-EF57-869D-928178A45825}"/>
              </a:ext>
            </a:extLst>
          </p:cNvPr>
          <p:cNvSpPr/>
          <p:nvPr/>
        </p:nvSpPr>
        <p:spPr>
          <a:xfrm>
            <a:off x="393794" y="1638433"/>
            <a:ext cx="1965543" cy="7737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Population numbers of J, A + 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C5A3774-8CD8-8D19-FAA6-51E98B1E29ED}"/>
              </a:ext>
            </a:extLst>
          </p:cNvPr>
          <p:cNvCxnSpPr>
            <a:stCxn id="15" idx="2"/>
            <a:endCxn id="36" idx="0"/>
          </p:cNvCxnSpPr>
          <p:nvPr/>
        </p:nvCxnSpPr>
        <p:spPr>
          <a:xfrm flipH="1">
            <a:off x="1376566" y="1363406"/>
            <a:ext cx="1" cy="275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0D3AF5D-1983-C134-B913-AF491DA248D9}"/>
              </a:ext>
            </a:extLst>
          </p:cNvPr>
          <p:cNvCxnSpPr>
            <a:cxnSpLocks/>
            <a:stCxn id="36" idx="2"/>
            <a:endCxn id="34" idx="0"/>
          </p:cNvCxnSpPr>
          <p:nvPr/>
        </p:nvCxnSpPr>
        <p:spPr>
          <a:xfrm>
            <a:off x="1376566" y="2412156"/>
            <a:ext cx="23225" cy="2966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05564A6-79C6-CD26-C86A-ACE256002771}"/>
              </a:ext>
            </a:extLst>
          </p:cNvPr>
          <p:cNvCxnSpPr>
            <a:stCxn id="34" idx="2"/>
            <a:endCxn id="32" idx="0"/>
          </p:cNvCxnSpPr>
          <p:nvPr/>
        </p:nvCxnSpPr>
        <p:spPr>
          <a:xfrm flipH="1">
            <a:off x="1388178" y="3482488"/>
            <a:ext cx="11613" cy="3164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C1B8566-54E6-8EEF-6B82-EC4B30ABBCA3}"/>
              </a:ext>
            </a:extLst>
          </p:cNvPr>
          <p:cNvCxnSpPr>
            <a:stCxn id="32" idx="2"/>
            <a:endCxn id="30" idx="0"/>
          </p:cNvCxnSpPr>
          <p:nvPr/>
        </p:nvCxnSpPr>
        <p:spPr>
          <a:xfrm>
            <a:off x="1388178" y="4576571"/>
            <a:ext cx="11613" cy="2926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1FEB98F8-599D-3851-D5D8-4D7466A1CB19}"/>
              </a:ext>
            </a:extLst>
          </p:cNvPr>
          <p:cNvSpPr/>
          <p:nvPr/>
        </p:nvSpPr>
        <p:spPr>
          <a:xfrm>
            <a:off x="2924917" y="5210790"/>
            <a:ext cx="1874871" cy="7660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Display number of new generations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AF39133-D2C4-3F2B-DE10-E8EF9B147155}"/>
              </a:ext>
            </a:extLst>
          </p:cNvPr>
          <p:cNvSpPr/>
          <p:nvPr/>
        </p:nvSpPr>
        <p:spPr>
          <a:xfrm>
            <a:off x="2924918" y="4423861"/>
            <a:ext cx="1874871" cy="6020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Display Birth rate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FEF9C95-340D-DC06-F910-EE076EBFCCCA}"/>
              </a:ext>
            </a:extLst>
          </p:cNvPr>
          <p:cNvSpPr/>
          <p:nvPr/>
        </p:nvSpPr>
        <p:spPr>
          <a:xfrm>
            <a:off x="2913305" y="3659857"/>
            <a:ext cx="1874871" cy="6175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Display </a:t>
            </a:r>
            <a:r>
              <a:rPr lang="en-GB" dirty="0" err="1">
                <a:solidFill>
                  <a:schemeClr val="tx1"/>
                </a:solidFill>
              </a:rPr>
              <a:t>Seniles</a:t>
            </a:r>
            <a:r>
              <a:rPr lang="en-GB" dirty="0">
                <a:solidFill>
                  <a:schemeClr val="tx1"/>
                </a:solidFill>
              </a:rPr>
              <a:t> + </a:t>
            </a:r>
            <a:r>
              <a:rPr lang="en-GB" dirty="0" err="1">
                <a:solidFill>
                  <a:schemeClr val="tx1"/>
                </a:solidFill>
              </a:rPr>
              <a:t>Seniles</a:t>
            </a:r>
            <a:r>
              <a:rPr lang="en-GB" dirty="0">
                <a:solidFill>
                  <a:schemeClr val="tx1"/>
                </a:solidFill>
              </a:rPr>
              <a:t> SR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CBD1CDE-A08E-F2EB-55E9-2C008EB744D7}"/>
              </a:ext>
            </a:extLst>
          </p:cNvPr>
          <p:cNvSpPr/>
          <p:nvPr/>
        </p:nvSpPr>
        <p:spPr>
          <a:xfrm>
            <a:off x="2879582" y="2870054"/>
            <a:ext cx="1874873" cy="6020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Display Adults + Adults SR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225E5C1-D65B-8B12-9F87-7A99110F5F80}"/>
              </a:ext>
            </a:extLst>
          </p:cNvPr>
          <p:cNvSpPr/>
          <p:nvPr/>
        </p:nvSpPr>
        <p:spPr>
          <a:xfrm>
            <a:off x="2823613" y="1954084"/>
            <a:ext cx="1874879" cy="7737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Display Juveniles + Juveniles SR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2DF6871-913D-19FB-79FA-79BDD22D044F}"/>
              </a:ext>
            </a:extLst>
          </p:cNvPr>
          <p:cNvSpPr/>
          <p:nvPr/>
        </p:nvSpPr>
        <p:spPr>
          <a:xfrm>
            <a:off x="6234246" y="4056210"/>
            <a:ext cx="1965543" cy="1380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Display each generation with population numbers and totals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5E7D103-C46F-828F-2AE3-FB6CD234BC2C}"/>
              </a:ext>
            </a:extLst>
          </p:cNvPr>
          <p:cNvSpPr/>
          <p:nvPr/>
        </p:nvSpPr>
        <p:spPr>
          <a:xfrm>
            <a:off x="6234247" y="2710422"/>
            <a:ext cx="1965543" cy="12426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Calculate population numbers of J,A +S for each gen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9A5C767-9F6C-8189-6192-38336BD9D304}"/>
              </a:ext>
            </a:extLst>
          </p:cNvPr>
          <p:cNvSpPr/>
          <p:nvPr/>
        </p:nvSpPr>
        <p:spPr>
          <a:xfrm>
            <a:off x="6234245" y="5706824"/>
            <a:ext cx="1965543" cy="7776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Return to menu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9F027C4-AAA9-4C40-39CD-8F5BC8329D65}"/>
              </a:ext>
            </a:extLst>
          </p:cNvPr>
          <p:cNvSpPr/>
          <p:nvPr/>
        </p:nvSpPr>
        <p:spPr>
          <a:xfrm>
            <a:off x="9170557" y="5301573"/>
            <a:ext cx="1965543" cy="7776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Return to menu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8DFB6B5-B248-030E-8353-34BAC8C19077}"/>
              </a:ext>
            </a:extLst>
          </p:cNvPr>
          <p:cNvSpPr/>
          <p:nvPr/>
        </p:nvSpPr>
        <p:spPr>
          <a:xfrm>
            <a:off x="10940026" y="3720923"/>
            <a:ext cx="1219449" cy="4954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save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A8B4B61-B4DA-6A0E-0A37-CA0F5DFF89A8}"/>
              </a:ext>
            </a:extLst>
          </p:cNvPr>
          <p:cNvSpPr/>
          <p:nvPr/>
        </p:nvSpPr>
        <p:spPr>
          <a:xfrm>
            <a:off x="9809437" y="3720923"/>
            <a:ext cx="982772" cy="4954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abort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DDCDD63-D8CD-96F1-5CB1-5A0986D123A4}"/>
              </a:ext>
            </a:extLst>
          </p:cNvPr>
          <p:cNvSpPr/>
          <p:nvPr/>
        </p:nvSpPr>
        <p:spPr>
          <a:xfrm>
            <a:off x="8442171" y="4409096"/>
            <a:ext cx="1219449" cy="6353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save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C188404-A566-9C8B-9FD4-FAE47CAC7FB2}"/>
              </a:ext>
            </a:extLst>
          </p:cNvPr>
          <p:cNvSpPr/>
          <p:nvPr/>
        </p:nvSpPr>
        <p:spPr>
          <a:xfrm>
            <a:off x="8442170" y="3720923"/>
            <a:ext cx="1219450" cy="4954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overwrite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F5EBF13-05F9-723E-7C82-12781816D7FD}"/>
              </a:ext>
            </a:extLst>
          </p:cNvPr>
          <p:cNvSpPr/>
          <p:nvPr/>
        </p:nvSpPr>
        <p:spPr>
          <a:xfrm>
            <a:off x="8826666" y="2724421"/>
            <a:ext cx="1965543" cy="7776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filename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2064588-D68A-8532-0E85-2CEFAC7CF191}"/>
              </a:ext>
            </a:extLst>
          </p:cNvPr>
          <p:cNvSpPr/>
          <p:nvPr/>
        </p:nvSpPr>
        <p:spPr>
          <a:xfrm>
            <a:off x="393793" y="5800423"/>
            <a:ext cx="1965543" cy="7776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Return to menu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BB2775F-B018-617F-14E4-C9D09F301B27}"/>
              </a:ext>
            </a:extLst>
          </p:cNvPr>
          <p:cNvSpPr/>
          <p:nvPr/>
        </p:nvSpPr>
        <p:spPr>
          <a:xfrm>
            <a:off x="2924917" y="6132538"/>
            <a:ext cx="1863259" cy="6189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Return to menu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3177446-DA6D-F433-3687-F42868290D25}"/>
              </a:ext>
            </a:extLst>
          </p:cNvPr>
          <p:cNvCxnSpPr>
            <a:stCxn id="13" idx="2"/>
            <a:endCxn id="68" idx="0"/>
          </p:cNvCxnSpPr>
          <p:nvPr/>
        </p:nvCxnSpPr>
        <p:spPr>
          <a:xfrm flipH="1">
            <a:off x="3761053" y="1847348"/>
            <a:ext cx="7164" cy="106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1F47267-7660-7237-4F1E-C5826B546354}"/>
              </a:ext>
            </a:extLst>
          </p:cNvPr>
          <p:cNvCxnSpPr>
            <a:stCxn id="68" idx="2"/>
            <a:endCxn id="66" idx="0"/>
          </p:cNvCxnSpPr>
          <p:nvPr/>
        </p:nvCxnSpPr>
        <p:spPr>
          <a:xfrm>
            <a:off x="3761053" y="2727808"/>
            <a:ext cx="55966" cy="142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AF20E8BE-931B-2B06-757B-573EDCF96EAD}"/>
              </a:ext>
            </a:extLst>
          </p:cNvPr>
          <p:cNvCxnSpPr>
            <a:stCxn id="66" idx="2"/>
            <a:endCxn id="64" idx="0"/>
          </p:cNvCxnSpPr>
          <p:nvPr/>
        </p:nvCxnSpPr>
        <p:spPr>
          <a:xfrm>
            <a:off x="3817019" y="3472069"/>
            <a:ext cx="33722" cy="187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D1087019-7736-E1F8-98D3-7EB1E52C7FE0}"/>
              </a:ext>
            </a:extLst>
          </p:cNvPr>
          <p:cNvCxnSpPr>
            <a:stCxn id="64" idx="2"/>
            <a:endCxn id="62" idx="0"/>
          </p:cNvCxnSpPr>
          <p:nvPr/>
        </p:nvCxnSpPr>
        <p:spPr>
          <a:xfrm>
            <a:off x="3850741" y="4277397"/>
            <a:ext cx="11613" cy="1464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A263A6FE-5BEC-645C-D9F7-6438CCE5E405}"/>
              </a:ext>
            </a:extLst>
          </p:cNvPr>
          <p:cNvCxnSpPr>
            <a:stCxn id="62" idx="2"/>
            <a:endCxn id="60" idx="0"/>
          </p:cNvCxnSpPr>
          <p:nvPr/>
        </p:nvCxnSpPr>
        <p:spPr>
          <a:xfrm flipH="1">
            <a:off x="3862353" y="5025876"/>
            <a:ext cx="1" cy="1849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456AC77-70A5-3E43-8A7F-0BC1D1B5B76A}"/>
              </a:ext>
            </a:extLst>
          </p:cNvPr>
          <p:cNvCxnSpPr>
            <a:stCxn id="60" idx="2"/>
            <a:endCxn id="137" idx="0"/>
          </p:cNvCxnSpPr>
          <p:nvPr/>
        </p:nvCxnSpPr>
        <p:spPr>
          <a:xfrm flipH="1">
            <a:off x="3856547" y="5976805"/>
            <a:ext cx="5806" cy="1557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6CFE298D-6566-6DDE-E8FF-03BB30E05B31}"/>
              </a:ext>
            </a:extLst>
          </p:cNvPr>
          <p:cNvCxnSpPr>
            <a:stCxn id="30" idx="2"/>
            <a:endCxn id="134" idx="0"/>
          </p:cNvCxnSpPr>
          <p:nvPr/>
        </p:nvCxnSpPr>
        <p:spPr>
          <a:xfrm flipH="1">
            <a:off x="1376565" y="5635257"/>
            <a:ext cx="23226" cy="1651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A37EA41-10DB-7F2A-9A3B-B3D7B76CC9EE}"/>
              </a:ext>
            </a:extLst>
          </p:cNvPr>
          <p:cNvCxnSpPr>
            <a:stCxn id="11" idx="2"/>
            <a:endCxn id="101" idx="0"/>
          </p:cNvCxnSpPr>
          <p:nvPr/>
        </p:nvCxnSpPr>
        <p:spPr>
          <a:xfrm>
            <a:off x="7153093" y="2558562"/>
            <a:ext cx="63926" cy="1518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220464F2-9D3A-355A-6496-FADF92930674}"/>
              </a:ext>
            </a:extLst>
          </p:cNvPr>
          <p:cNvCxnSpPr>
            <a:stCxn id="101" idx="2"/>
            <a:endCxn id="99" idx="0"/>
          </p:cNvCxnSpPr>
          <p:nvPr/>
        </p:nvCxnSpPr>
        <p:spPr>
          <a:xfrm flipH="1">
            <a:off x="7217018" y="3953052"/>
            <a:ext cx="1" cy="1031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70FFF38F-6694-C1CB-385A-0A4DE97F5E95}"/>
              </a:ext>
            </a:extLst>
          </p:cNvPr>
          <p:cNvCxnSpPr>
            <a:stCxn id="99" idx="2"/>
            <a:endCxn id="103" idx="0"/>
          </p:cNvCxnSpPr>
          <p:nvPr/>
        </p:nvCxnSpPr>
        <p:spPr>
          <a:xfrm flipH="1">
            <a:off x="7217017" y="5436295"/>
            <a:ext cx="1" cy="270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EBEAAA8A-7FF4-7AD0-8ECB-24E35C55A669}"/>
              </a:ext>
            </a:extLst>
          </p:cNvPr>
          <p:cNvCxnSpPr>
            <a:stCxn id="9" idx="2"/>
            <a:endCxn id="115" idx="0"/>
          </p:cNvCxnSpPr>
          <p:nvPr/>
        </p:nvCxnSpPr>
        <p:spPr>
          <a:xfrm flipH="1">
            <a:off x="9809438" y="2558562"/>
            <a:ext cx="26745" cy="1658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4B418E84-A535-FBEE-08FB-C46601C2CB9B}"/>
              </a:ext>
            </a:extLst>
          </p:cNvPr>
          <p:cNvCxnSpPr>
            <a:cxnSpLocks/>
            <a:endCxn id="113" idx="0"/>
          </p:cNvCxnSpPr>
          <p:nvPr/>
        </p:nvCxnSpPr>
        <p:spPr>
          <a:xfrm>
            <a:off x="9051895" y="3502082"/>
            <a:ext cx="0" cy="2188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77CCA159-B001-068A-D04B-C97FCA8A2686}"/>
              </a:ext>
            </a:extLst>
          </p:cNvPr>
          <p:cNvCxnSpPr>
            <a:stCxn id="115" idx="2"/>
            <a:endCxn id="109" idx="0"/>
          </p:cNvCxnSpPr>
          <p:nvPr/>
        </p:nvCxnSpPr>
        <p:spPr>
          <a:xfrm>
            <a:off x="9809438" y="3502082"/>
            <a:ext cx="491385" cy="2188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3FA05064-EF09-5E5F-FA3F-37837E2E3182}"/>
              </a:ext>
            </a:extLst>
          </p:cNvPr>
          <p:cNvCxnSpPr>
            <a:stCxn id="115" idx="3"/>
            <a:endCxn id="107" idx="0"/>
          </p:cNvCxnSpPr>
          <p:nvPr/>
        </p:nvCxnSpPr>
        <p:spPr>
          <a:xfrm>
            <a:off x="10792209" y="3113252"/>
            <a:ext cx="757542" cy="6076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5DF4B371-F817-5EB8-3EA5-95CC89DD271A}"/>
              </a:ext>
            </a:extLst>
          </p:cNvPr>
          <p:cNvCxnSpPr>
            <a:stCxn id="113" idx="2"/>
            <a:endCxn id="111" idx="0"/>
          </p:cNvCxnSpPr>
          <p:nvPr/>
        </p:nvCxnSpPr>
        <p:spPr>
          <a:xfrm>
            <a:off x="9051895" y="4216332"/>
            <a:ext cx="1" cy="1927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2C45D1BF-E0B1-58D8-D569-1C2D96A6D7F9}"/>
              </a:ext>
            </a:extLst>
          </p:cNvPr>
          <p:cNvCxnSpPr>
            <a:stCxn id="109" idx="2"/>
            <a:endCxn id="105" idx="0"/>
          </p:cNvCxnSpPr>
          <p:nvPr/>
        </p:nvCxnSpPr>
        <p:spPr>
          <a:xfrm flipH="1">
            <a:off x="10153329" y="4216332"/>
            <a:ext cx="147494" cy="1085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7B60E650-FF8A-90CB-D546-C9C1FB484F31}"/>
              </a:ext>
            </a:extLst>
          </p:cNvPr>
          <p:cNvCxnSpPr>
            <a:stCxn id="107" idx="2"/>
            <a:endCxn id="105" idx="3"/>
          </p:cNvCxnSpPr>
          <p:nvPr/>
        </p:nvCxnSpPr>
        <p:spPr>
          <a:xfrm flipH="1">
            <a:off x="11136100" y="4216332"/>
            <a:ext cx="413651" cy="1474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FE635201-4330-7C23-4F0C-9CB9A8F81E52}"/>
              </a:ext>
            </a:extLst>
          </p:cNvPr>
          <p:cNvCxnSpPr>
            <a:stCxn id="111" idx="2"/>
            <a:endCxn id="105" idx="1"/>
          </p:cNvCxnSpPr>
          <p:nvPr/>
        </p:nvCxnSpPr>
        <p:spPr>
          <a:xfrm>
            <a:off x="9051896" y="5044457"/>
            <a:ext cx="118661" cy="6459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11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Microsoft Office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Hayley Haslam</dc:creator>
  <cp:lastModifiedBy>Hayley Haslam</cp:lastModifiedBy>
  <cp:revision>1</cp:revision>
  <dcterms:created xsi:type="dcterms:W3CDTF">2026-08-19T19:38:13Z</dcterms:created>
  <dcterms:modified xsi:type="dcterms:W3CDTF">2026-08-19T19:38:13Z</dcterms:modified>
</cp:coreProperties>
</file>